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72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87" d="100"/>
          <a:sy n="87" d="100"/>
        </p:scale>
        <p:origin x="528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12186B-0404-41CA-A78E-82E2CA36A834}" type="datetimeFigureOut">
              <a:rPr lang="ru-RU" smtClean="0"/>
              <a:t>12.05.2021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CAD3D2-CAA3-474F-B8CE-1D8A6798D8C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245352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12186B-0404-41CA-A78E-82E2CA36A834}" type="datetimeFigureOut">
              <a:rPr lang="ru-RU" smtClean="0"/>
              <a:t>12.05.2021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CAD3D2-CAA3-474F-B8CE-1D8A6798D8C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123726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12186B-0404-41CA-A78E-82E2CA36A834}" type="datetimeFigureOut">
              <a:rPr lang="ru-RU" smtClean="0"/>
              <a:t>12.05.2021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CAD3D2-CAA3-474F-B8CE-1D8A6798D8C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553934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12186B-0404-41CA-A78E-82E2CA36A834}" type="datetimeFigureOut">
              <a:rPr lang="ru-RU" smtClean="0"/>
              <a:t>12.05.2021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CAD3D2-CAA3-474F-B8CE-1D8A6798D8C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046491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12186B-0404-41CA-A78E-82E2CA36A834}" type="datetimeFigureOut">
              <a:rPr lang="ru-RU" smtClean="0"/>
              <a:t>12.05.2021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CAD3D2-CAA3-474F-B8CE-1D8A6798D8C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624555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12186B-0404-41CA-A78E-82E2CA36A834}" type="datetimeFigureOut">
              <a:rPr lang="ru-RU" smtClean="0"/>
              <a:t>12.05.2021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CAD3D2-CAA3-474F-B8CE-1D8A6798D8C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130768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12186B-0404-41CA-A78E-82E2CA36A834}" type="datetimeFigureOut">
              <a:rPr lang="ru-RU" smtClean="0"/>
              <a:t>12.05.2021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CAD3D2-CAA3-474F-B8CE-1D8A6798D8C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61624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12186B-0404-41CA-A78E-82E2CA36A834}" type="datetimeFigureOut">
              <a:rPr lang="ru-RU" smtClean="0"/>
              <a:t>12.05.2021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CAD3D2-CAA3-474F-B8CE-1D8A6798D8C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344232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12186B-0404-41CA-A78E-82E2CA36A834}" type="datetimeFigureOut">
              <a:rPr lang="ru-RU" smtClean="0"/>
              <a:t>12.05.2021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CAD3D2-CAA3-474F-B8CE-1D8A6798D8C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411899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12186B-0404-41CA-A78E-82E2CA36A834}" type="datetimeFigureOut">
              <a:rPr lang="ru-RU" smtClean="0"/>
              <a:t>12.05.2021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CAD3D2-CAA3-474F-B8CE-1D8A6798D8C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667994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12186B-0404-41CA-A78E-82E2CA36A834}" type="datetimeFigureOut">
              <a:rPr lang="ru-RU" smtClean="0"/>
              <a:t>12.05.2021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CAD3D2-CAA3-474F-B8CE-1D8A6798D8C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883333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712186B-0404-41CA-A78E-82E2CA36A834}" type="datetimeFigureOut">
              <a:rPr lang="ru-RU" smtClean="0"/>
              <a:t>12.05.2021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CAD3D2-CAA3-474F-B8CE-1D8A6798D8C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99640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2464" y="1215515"/>
            <a:ext cx="7572375" cy="5229225"/>
          </a:xfrm>
          <a:prstGeom prst="rect">
            <a:avLst/>
          </a:prstGeom>
        </p:spPr>
      </p:pic>
      <p:pic>
        <p:nvPicPr>
          <p:cNvPr id="5" name="Рисунок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08198" y="3167061"/>
            <a:ext cx="6534209" cy="663066"/>
          </a:xfrm>
          <a:prstGeom prst="rect">
            <a:avLst/>
          </a:prstGeom>
        </p:spPr>
      </p:pic>
      <p:sp>
        <p:nvSpPr>
          <p:cNvPr id="6" name="Прямоугольник 5"/>
          <p:cNvSpPr/>
          <p:nvPr/>
        </p:nvSpPr>
        <p:spPr>
          <a:xfrm>
            <a:off x="376686" y="4425351"/>
            <a:ext cx="2622430" cy="77637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Переключатели берем из вкладки </a:t>
            </a:r>
            <a:r>
              <a:rPr lang="en-US" dirty="0" smtClean="0"/>
              <a:t>Switches – High Low Switch</a:t>
            </a:r>
            <a:r>
              <a:rPr lang="ru-RU" dirty="0" smtClean="0"/>
              <a:t> </a:t>
            </a:r>
            <a:endParaRPr lang="ru-RU" dirty="0"/>
          </a:p>
        </p:txBody>
      </p:sp>
      <p:cxnSp>
        <p:nvCxnSpPr>
          <p:cNvPr id="7" name="Прямая со стрелкой 6"/>
          <p:cNvCxnSpPr/>
          <p:nvPr/>
        </p:nvCxnSpPr>
        <p:spPr>
          <a:xfrm>
            <a:off x="2881223" y="5208198"/>
            <a:ext cx="595222" cy="606006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Прямая со стрелкой 8"/>
          <p:cNvCxnSpPr/>
          <p:nvPr/>
        </p:nvCxnSpPr>
        <p:spPr>
          <a:xfrm flipV="1">
            <a:off x="3032837" y="4444220"/>
            <a:ext cx="235790" cy="241539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Рисунок 1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98284" y="5299852"/>
            <a:ext cx="1512534" cy="516327"/>
          </a:xfrm>
          <a:prstGeom prst="rect">
            <a:avLst/>
          </a:prstGeom>
        </p:spPr>
      </p:pic>
      <p:sp>
        <p:nvSpPr>
          <p:cNvPr id="13" name="Прямоугольник 12"/>
          <p:cNvSpPr/>
          <p:nvPr/>
        </p:nvSpPr>
        <p:spPr>
          <a:xfrm>
            <a:off x="3234906" y="6015037"/>
            <a:ext cx="3260785" cy="77637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Инвертор берем из вкладки </a:t>
            </a:r>
            <a:r>
              <a:rPr lang="en-US" dirty="0" smtClean="0"/>
              <a:t>Gates – Inverter</a:t>
            </a:r>
            <a:endParaRPr lang="ru-RU" dirty="0"/>
          </a:p>
        </p:txBody>
      </p:sp>
      <p:cxnSp>
        <p:nvCxnSpPr>
          <p:cNvPr id="14" name="Прямая со стрелкой 13"/>
          <p:cNvCxnSpPr/>
          <p:nvPr/>
        </p:nvCxnSpPr>
        <p:spPr>
          <a:xfrm flipV="1">
            <a:off x="4972252" y="4810437"/>
            <a:ext cx="256203" cy="1104183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Прямая со стрелкой 17"/>
          <p:cNvCxnSpPr/>
          <p:nvPr/>
        </p:nvCxnSpPr>
        <p:spPr>
          <a:xfrm flipV="1">
            <a:off x="5000684" y="2820387"/>
            <a:ext cx="1851680" cy="3094233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Прямая со стрелкой 20"/>
          <p:cNvCxnSpPr/>
          <p:nvPr/>
        </p:nvCxnSpPr>
        <p:spPr>
          <a:xfrm flipV="1">
            <a:off x="3027548" y="2880772"/>
            <a:ext cx="174421" cy="1806603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Прямая со стрелкой 22"/>
          <p:cNvCxnSpPr/>
          <p:nvPr/>
        </p:nvCxnSpPr>
        <p:spPr>
          <a:xfrm flipV="1">
            <a:off x="7017759" y="2872955"/>
            <a:ext cx="478596" cy="1937483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Прямоугольник 24"/>
          <p:cNvSpPr/>
          <p:nvPr/>
        </p:nvSpPr>
        <p:spPr>
          <a:xfrm>
            <a:off x="7027170" y="5668363"/>
            <a:ext cx="3260785" cy="77637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JK-</a:t>
            </a:r>
            <a:r>
              <a:rPr lang="ru-RU" dirty="0" smtClean="0"/>
              <a:t>микросхему берем из вкладки </a:t>
            </a:r>
            <a:r>
              <a:rPr lang="en-US" dirty="0" smtClean="0"/>
              <a:t>Flip-flops – JK </a:t>
            </a:r>
            <a:r>
              <a:rPr lang="en-US" dirty="0" err="1" smtClean="0"/>
              <a:t>FlipFlop</a:t>
            </a:r>
            <a:endParaRPr lang="ru-RU" dirty="0"/>
          </a:p>
        </p:txBody>
      </p:sp>
      <p:cxnSp>
        <p:nvCxnSpPr>
          <p:cNvPr id="26" name="Прямая со стрелкой 25"/>
          <p:cNvCxnSpPr/>
          <p:nvPr/>
        </p:nvCxnSpPr>
        <p:spPr>
          <a:xfrm flipH="1" flipV="1">
            <a:off x="7257057" y="5362528"/>
            <a:ext cx="331673" cy="305836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Прямоугольник 27"/>
          <p:cNvSpPr/>
          <p:nvPr/>
        </p:nvSpPr>
        <p:spPr>
          <a:xfrm>
            <a:off x="9314352" y="4409995"/>
            <a:ext cx="2533032" cy="80088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Индикаторы берем из вкладки </a:t>
            </a:r>
            <a:r>
              <a:rPr lang="en-US" dirty="0" smtClean="0"/>
              <a:t>Meters – Logic Indicator</a:t>
            </a:r>
            <a:endParaRPr lang="ru-RU" dirty="0"/>
          </a:p>
        </p:txBody>
      </p:sp>
      <p:cxnSp>
        <p:nvCxnSpPr>
          <p:cNvPr id="29" name="Прямая со стрелкой 28"/>
          <p:cNvCxnSpPr>
            <a:stCxn id="28" idx="1"/>
          </p:cNvCxnSpPr>
          <p:nvPr/>
        </p:nvCxnSpPr>
        <p:spPr>
          <a:xfrm flipH="1" flipV="1">
            <a:off x="8853932" y="4722360"/>
            <a:ext cx="460420" cy="88077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Прямоугольник 32"/>
          <p:cNvSpPr/>
          <p:nvPr/>
        </p:nvSpPr>
        <p:spPr>
          <a:xfrm>
            <a:off x="9407283" y="2985254"/>
            <a:ext cx="2616680" cy="914400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Построим </a:t>
            </a:r>
            <a:r>
              <a:rPr lang="en-US" dirty="0" smtClean="0"/>
              <a:t>D-</a:t>
            </a:r>
            <a:r>
              <a:rPr lang="ru-RU" dirty="0"/>
              <a:t>т</a:t>
            </a:r>
            <a:r>
              <a:rPr lang="ru-RU" dirty="0" smtClean="0"/>
              <a:t>риггер на </a:t>
            </a:r>
            <a:r>
              <a:rPr lang="en-US" dirty="0" smtClean="0"/>
              <a:t>JK-</a:t>
            </a:r>
            <a:r>
              <a:rPr lang="ru-RU" dirty="0" smtClean="0"/>
              <a:t>микросхеме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9707425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0237" y="1081087"/>
            <a:ext cx="8391525" cy="4695825"/>
          </a:xfrm>
          <a:prstGeom prst="rect">
            <a:avLst/>
          </a:prstGeom>
        </p:spPr>
      </p:pic>
      <p:sp>
        <p:nvSpPr>
          <p:cNvPr id="3" name="Прямоугольник 2"/>
          <p:cNvSpPr/>
          <p:nvPr/>
        </p:nvSpPr>
        <p:spPr>
          <a:xfrm>
            <a:off x="8522897" y="4714334"/>
            <a:ext cx="2616680" cy="1319842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Получили схему </a:t>
            </a:r>
            <a:r>
              <a:rPr lang="en-US" dirty="0" smtClean="0"/>
              <a:t>D-</a:t>
            </a:r>
            <a:r>
              <a:rPr lang="ru-RU" dirty="0" smtClean="0"/>
              <a:t>триггера на </a:t>
            </a:r>
            <a:r>
              <a:rPr lang="en-US" dirty="0" smtClean="0"/>
              <a:t>JK-</a:t>
            </a:r>
            <a:r>
              <a:rPr lang="ru-RU" dirty="0" smtClean="0"/>
              <a:t>микросхеме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102816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21993" y="1317774"/>
            <a:ext cx="6972300" cy="4981575"/>
          </a:xfrm>
          <a:prstGeom prst="rect">
            <a:avLst/>
          </a:prstGeom>
        </p:spPr>
      </p:pic>
      <p:pic>
        <p:nvPicPr>
          <p:cNvPr id="3" name="Рисунок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81793" y="2608411"/>
            <a:ext cx="2571750" cy="1200150"/>
          </a:xfrm>
          <a:prstGeom prst="rect">
            <a:avLst/>
          </a:prstGeom>
        </p:spPr>
      </p:pic>
      <p:pic>
        <p:nvPicPr>
          <p:cNvPr id="4" name="Рисунок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79954" y="2921480"/>
            <a:ext cx="1838325" cy="1066800"/>
          </a:xfrm>
          <a:prstGeom prst="rect">
            <a:avLst/>
          </a:prstGeom>
        </p:spPr>
      </p:pic>
      <p:pic>
        <p:nvPicPr>
          <p:cNvPr id="5" name="Рисунок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79954" y="6090789"/>
            <a:ext cx="2981325" cy="628650"/>
          </a:xfrm>
          <a:prstGeom prst="rect">
            <a:avLst/>
          </a:prstGeom>
        </p:spPr>
      </p:pic>
      <p:sp>
        <p:nvSpPr>
          <p:cNvPr id="6" name="Прямоугольник 5"/>
          <p:cNvSpPr/>
          <p:nvPr/>
        </p:nvSpPr>
        <p:spPr>
          <a:xfrm>
            <a:off x="7573453" y="1957115"/>
            <a:ext cx="2616680" cy="65129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Проверим его работу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69245576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8106" y="5650842"/>
            <a:ext cx="3124200" cy="485775"/>
          </a:xfrm>
          <a:prstGeom prst="rect">
            <a:avLst/>
          </a:prstGeom>
        </p:spPr>
      </p:pic>
      <p:pic>
        <p:nvPicPr>
          <p:cNvPr id="5" name="Рисунок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82688" y="689575"/>
            <a:ext cx="7581900" cy="4857750"/>
          </a:xfrm>
          <a:prstGeom prst="rect">
            <a:avLst/>
          </a:prstGeom>
        </p:spPr>
      </p:pic>
      <p:pic>
        <p:nvPicPr>
          <p:cNvPr id="6" name="Рисунок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46206" y="6136617"/>
            <a:ext cx="3048000" cy="523875"/>
          </a:xfrm>
          <a:prstGeom prst="rect">
            <a:avLst/>
          </a:prstGeom>
        </p:spPr>
      </p:pic>
      <p:sp>
        <p:nvSpPr>
          <p:cNvPr id="7" name="Прямоугольник 6"/>
          <p:cNvSpPr/>
          <p:nvPr/>
        </p:nvSpPr>
        <p:spPr>
          <a:xfrm>
            <a:off x="7668883" y="1708030"/>
            <a:ext cx="2295705" cy="871268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На спаде сигнала С, триггер поменял свое состояние на 1</a:t>
            </a:r>
            <a:endParaRPr lang="ru-RU" dirty="0"/>
          </a:p>
        </p:txBody>
      </p:sp>
      <p:sp>
        <p:nvSpPr>
          <p:cNvPr id="9" name="Прямоугольник 8"/>
          <p:cNvSpPr/>
          <p:nvPr/>
        </p:nvSpPr>
        <p:spPr>
          <a:xfrm>
            <a:off x="6906883" y="5265349"/>
            <a:ext cx="4014159" cy="871268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Соединим 4 </a:t>
            </a:r>
            <a:r>
              <a:rPr lang="en-US" dirty="0" smtClean="0"/>
              <a:t>D-</a:t>
            </a:r>
            <a:r>
              <a:rPr lang="ru-RU" dirty="0" smtClean="0"/>
              <a:t>триггера последовательно, получим схему регистра сдвига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82687966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1022" y="643729"/>
            <a:ext cx="9114840" cy="5606321"/>
          </a:xfrm>
          <a:prstGeom prst="rect">
            <a:avLst/>
          </a:prstGeom>
        </p:spPr>
      </p:pic>
      <p:sp>
        <p:nvSpPr>
          <p:cNvPr id="3" name="Прямоугольник 2"/>
          <p:cNvSpPr/>
          <p:nvPr/>
        </p:nvSpPr>
        <p:spPr>
          <a:xfrm>
            <a:off x="810883" y="2078966"/>
            <a:ext cx="3372928" cy="871268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Подключим выходы триггеров ко входам других</a:t>
            </a:r>
            <a:endParaRPr lang="ru-RU" dirty="0"/>
          </a:p>
        </p:txBody>
      </p:sp>
      <p:cxnSp>
        <p:nvCxnSpPr>
          <p:cNvPr id="4" name="Прямая со стрелкой 3"/>
          <p:cNvCxnSpPr/>
          <p:nvPr/>
        </p:nvCxnSpPr>
        <p:spPr>
          <a:xfrm>
            <a:off x="3441940" y="2691442"/>
            <a:ext cx="2573559" cy="1138686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Прямая со стрелкой 8"/>
          <p:cNvCxnSpPr/>
          <p:nvPr/>
        </p:nvCxnSpPr>
        <p:spPr>
          <a:xfrm>
            <a:off x="3441940" y="2691442"/>
            <a:ext cx="4080294" cy="1138686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Прямая со стрелкой 11"/>
          <p:cNvCxnSpPr/>
          <p:nvPr/>
        </p:nvCxnSpPr>
        <p:spPr>
          <a:xfrm>
            <a:off x="3441940" y="2691442"/>
            <a:ext cx="6012611" cy="1138686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Рисунок 1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6196" y="5735700"/>
            <a:ext cx="5857875" cy="514350"/>
          </a:xfrm>
          <a:prstGeom prst="rect">
            <a:avLst/>
          </a:prstGeom>
        </p:spPr>
      </p:pic>
      <p:cxnSp>
        <p:nvCxnSpPr>
          <p:cNvPr id="15" name="Прямая со стрелкой 14"/>
          <p:cNvCxnSpPr/>
          <p:nvPr/>
        </p:nvCxnSpPr>
        <p:spPr>
          <a:xfrm flipV="1">
            <a:off x="3087974" y="4053668"/>
            <a:ext cx="1640745" cy="1252851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757939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2240" y="1274163"/>
            <a:ext cx="9290737" cy="4709521"/>
          </a:xfrm>
          <a:prstGeom prst="rect">
            <a:avLst/>
          </a:prstGeom>
        </p:spPr>
      </p:pic>
      <p:cxnSp>
        <p:nvCxnSpPr>
          <p:cNvPr id="3" name="Прямая со стрелкой 2"/>
          <p:cNvCxnSpPr/>
          <p:nvPr/>
        </p:nvCxnSpPr>
        <p:spPr>
          <a:xfrm>
            <a:off x="2593298" y="1900589"/>
            <a:ext cx="1993692" cy="1322296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Прямая со стрелкой 4"/>
          <p:cNvCxnSpPr/>
          <p:nvPr/>
        </p:nvCxnSpPr>
        <p:spPr>
          <a:xfrm>
            <a:off x="2593298" y="1900590"/>
            <a:ext cx="3464310" cy="1202374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Прямая со стрелкой 6"/>
          <p:cNvCxnSpPr/>
          <p:nvPr/>
        </p:nvCxnSpPr>
        <p:spPr>
          <a:xfrm>
            <a:off x="2593298" y="1900589"/>
            <a:ext cx="4966622" cy="1097444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Прямая со стрелкой 8"/>
          <p:cNvCxnSpPr/>
          <p:nvPr/>
        </p:nvCxnSpPr>
        <p:spPr>
          <a:xfrm>
            <a:off x="2593298" y="1900588"/>
            <a:ext cx="6707308" cy="463112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Рисунок 1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42731" y="815851"/>
            <a:ext cx="5857875" cy="514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29362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195" y="2263516"/>
            <a:ext cx="11515064" cy="3717560"/>
          </a:xfrm>
          <a:prstGeom prst="rect">
            <a:avLst/>
          </a:prstGeom>
        </p:spPr>
      </p:pic>
      <p:sp>
        <p:nvSpPr>
          <p:cNvPr id="3" name="Прямоугольник 2"/>
          <p:cNvSpPr/>
          <p:nvPr/>
        </p:nvSpPr>
        <p:spPr>
          <a:xfrm>
            <a:off x="4895584" y="1158017"/>
            <a:ext cx="3372928" cy="1030548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Дополним схему устройством которое преобразует двоичный код в десятичный и отображает его</a:t>
            </a:r>
            <a:endParaRPr lang="ru-RU" dirty="0"/>
          </a:p>
        </p:txBody>
      </p:sp>
      <p:sp>
        <p:nvSpPr>
          <p:cNvPr id="4" name="Прямоугольник 3"/>
          <p:cNvSpPr/>
          <p:nvPr/>
        </p:nvSpPr>
        <p:spPr>
          <a:xfrm>
            <a:off x="8375494" y="5789596"/>
            <a:ext cx="3260785" cy="77637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Дешифратор берем из вкладки </a:t>
            </a:r>
            <a:r>
              <a:rPr lang="en-US" dirty="0" smtClean="0"/>
              <a:t>Logic ICs – Decoders</a:t>
            </a:r>
            <a:endParaRPr lang="ru-RU" dirty="0"/>
          </a:p>
        </p:txBody>
      </p:sp>
      <p:cxnSp>
        <p:nvCxnSpPr>
          <p:cNvPr id="5" name="Прямая со стрелкой 4"/>
          <p:cNvCxnSpPr/>
          <p:nvPr/>
        </p:nvCxnSpPr>
        <p:spPr>
          <a:xfrm flipV="1">
            <a:off x="9781033" y="5281255"/>
            <a:ext cx="449705" cy="508341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Прямая со стрелкой 6"/>
          <p:cNvCxnSpPr/>
          <p:nvPr/>
        </p:nvCxnSpPr>
        <p:spPr>
          <a:xfrm>
            <a:off x="11032761" y="2113613"/>
            <a:ext cx="514991" cy="887302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Прямоугольник 8"/>
          <p:cNvSpPr/>
          <p:nvPr/>
        </p:nvSpPr>
        <p:spPr>
          <a:xfrm>
            <a:off x="8453107" y="1232968"/>
            <a:ext cx="3260785" cy="77637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err="1" smtClean="0"/>
              <a:t>Семисегментный</a:t>
            </a:r>
            <a:r>
              <a:rPr lang="ru-RU" dirty="0"/>
              <a:t> </a:t>
            </a:r>
            <a:r>
              <a:rPr lang="ru-RU" dirty="0" smtClean="0"/>
              <a:t>индикатор берем из вкладки </a:t>
            </a:r>
            <a:r>
              <a:rPr lang="en-US" dirty="0" smtClean="0"/>
              <a:t>Meters – 7 Segment Display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09961459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7292" y="1806892"/>
            <a:ext cx="11048398" cy="3627120"/>
          </a:xfrm>
          <a:prstGeom prst="rect">
            <a:avLst/>
          </a:prstGeom>
        </p:spPr>
      </p:pic>
      <p:sp>
        <p:nvSpPr>
          <p:cNvPr id="3" name="Прямоугольник 2"/>
          <p:cNvSpPr/>
          <p:nvPr/>
        </p:nvSpPr>
        <p:spPr>
          <a:xfrm>
            <a:off x="2598323" y="5434012"/>
            <a:ext cx="3996906" cy="106167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Получили модель регистра сдвига на </a:t>
            </a:r>
            <a:r>
              <a:rPr lang="en-US" dirty="0" smtClean="0"/>
              <a:t>D-</a:t>
            </a:r>
            <a:r>
              <a:rPr lang="ru-RU" dirty="0" smtClean="0"/>
              <a:t>триггерах</a:t>
            </a:r>
            <a:endParaRPr lang="ru-RU" dirty="0"/>
          </a:p>
        </p:txBody>
      </p:sp>
      <p:sp>
        <p:nvSpPr>
          <p:cNvPr id="4" name="Прямоугольник 3"/>
          <p:cNvSpPr/>
          <p:nvPr/>
        </p:nvSpPr>
        <p:spPr>
          <a:xfrm>
            <a:off x="7432159" y="5624622"/>
            <a:ext cx="3090028" cy="679681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Проверим ее работу</a:t>
            </a:r>
            <a:endParaRPr lang="ru-RU" dirty="0"/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5187" y="1111055"/>
            <a:ext cx="3783972" cy="10104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992225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391" y="416526"/>
            <a:ext cx="10751389" cy="57265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35131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222" y="676422"/>
            <a:ext cx="11245516" cy="4572939"/>
          </a:xfrm>
          <a:prstGeom prst="rect">
            <a:avLst/>
          </a:prstGeom>
        </p:spPr>
      </p:pic>
      <p:cxnSp>
        <p:nvCxnSpPr>
          <p:cNvPr id="3" name="Прямая со стрелкой 2"/>
          <p:cNvCxnSpPr/>
          <p:nvPr/>
        </p:nvCxnSpPr>
        <p:spPr>
          <a:xfrm flipH="1" flipV="1">
            <a:off x="5021179" y="962526"/>
            <a:ext cx="1700463" cy="3946359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Прямая со стрелкой 6"/>
          <p:cNvCxnSpPr/>
          <p:nvPr/>
        </p:nvCxnSpPr>
        <p:spPr>
          <a:xfrm flipH="1" flipV="1">
            <a:off x="2237875" y="1900990"/>
            <a:ext cx="1724525" cy="2863515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Прямая со стрелкой 8"/>
          <p:cNvCxnSpPr/>
          <p:nvPr/>
        </p:nvCxnSpPr>
        <p:spPr>
          <a:xfrm flipH="1" flipV="1">
            <a:off x="1652337" y="2962892"/>
            <a:ext cx="2310063" cy="1801613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Прямая со стрелкой 11"/>
          <p:cNvCxnSpPr/>
          <p:nvPr/>
        </p:nvCxnSpPr>
        <p:spPr>
          <a:xfrm flipH="1" flipV="1">
            <a:off x="2117558" y="4523875"/>
            <a:ext cx="1844842" cy="24063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Овал 15"/>
          <p:cNvSpPr/>
          <p:nvPr/>
        </p:nvSpPr>
        <p:spPr>
          <a:xfrm>
            <a:off x="4439669" y="651975"/>
            <a:ext cx="918393" cy="310551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" name="Овал 16"/>
          <p:cNvSpPr/>
          <p:nvPr/>
        </p:nvSpPr>
        <p:spPr>
          <a:xfrm>
            <a:off x="9198624" y="1650001"/>
            <a:ext cx="918393" cy="501977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914045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026" y="520700"/>
            <a:ext cx="10466136" cy="4260850"/>
          </a:xfrm>
          <a:prstGeom prst="rect">
            <a:avLst/>
          </a:prstGeom>
        </p:spPr>
      </p:pic>
      <p:pic>
        <p:nvPicPr>
          <p:cNvPr id="3" name="Рисунок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25912" y="4781550"/>
            <a:ext cx="2892955" cy="666713"/>
          </a:xfrm>
          <a:prstGeom prst="rect">
            <a:avLst/>
          </a:prstGeom>
        </p:spPr>
      </p:pic>
      <p:sp>
        <p:nvSpPr>
          <p:cNvPr id="4" name="Прямоугольник 3"/>
          <p:cNvSpPr/>
          <p:nvPr/>
        </p:nvSpPr>
        <p:spPr>
          <a:xfrm>
            <a:off x="997493" y="4867427"/>
            <a:ext cx="2279107" cy="58083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SW5=1 (</a:t>
            </a:r>
            <a:r>
              <a:rPr lang="ru-RU" dirty="0" smtClean="0"/>
              <a:t>Разрешение записи в регистр)</a:t>
            </a:r>
            <a:endParaRPr lang="ru-RU" dirty="0"/>
          </a:p>
        </p:txBody>
      </p:sp>
      <p:sp>
        <p:nvSpPr>
          <p:cNvPr id="9" name="Овал 8"/>
          <p:cNvSpPr/>
          <p:nvPr/>
        </p:nvSpPr>
        <p:spPr>
          <a:xfrm>
            <a:off x="1366957" y="2651125"/>
            <a:ext cx="918393" cy="501977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0" name="Рисунок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6101" y="1574586"/>
            <a:ext cx="1403864" cy="1076539"/>
          </a:xfrm>
          <a:prstGeom prst="rect">
            <a:avLst/>
          </a:prstGeom>
        </p:spPr>
      </p:pic>
      <p:cxnSp>
        <p:nvCxnSpPr>
          <p:cNvPr id="11" name="Прямая со стрелкой 10"/>
          <p:cNvCxnSpPr/>
          <p:nvPr/>
        </p:nvCxnSpPr>
        <p:spPr>
          <a:xfrm>
            <a:off x="1890698" y="2252133"/>
            <a:ext cx="2111403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Рисунок 1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3353336"/>
            <a:ext cx="1878950" cy="703350"/>
          </a:xfrm>
          <a:prstGeom prst="rect">
            <a:avLst/>
          </a:prstGeom>
        </p:spPr>
      </p:pic>
      <p:pic>
        <p:nvPicPr>
          <p:cNvPr id="19" name="Рисунок 18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36611" y="3552419"/>
            <a:ext cx="173844" cy="137971"/>
          </a:xfrm>
          <a:prstGeom prst="rect">
            <a:avLst/>
          </a:prstGeom>
        </p:spPr>
      </p:pic>
      <p:cxnSp>
        <p:nvCxnSpPr>
          <p:cNvPr id="20" name="Прямая со стрелкой 19"/>
          <p:cNvCxnSpPr/>
          <p:nvPr/>
        </p:nvCxnSpPr>
        <p:spPr>
          <a:xfrm flipV="1">
            <a:off x="1808334" y="3127910"/>
            <a:ext cx="109417" cy="450851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1320048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440" y="872664"/>
            <a:ext cx="10548168" cy="4142099"/>
          </a:xfrm>
          <a:prstGeom prst="rect">
            <a:avLst/>
          </a:prstGeom>
        </p:spPr>
      </p:pic>
      <p:pic>
        <p:nvPicPr>
          <p:cNvPr id="6" name="Рисунок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13314" y="5235038"/>
            <a:ext cx="1397086" cy="378362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5004" y="3490665"/>
            <a:ext cx="1742536" cy="652286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70430" y="3688081"/>
            <a:ext cx="158386" cy="123190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58950" y="3881121"/>
            <a:ext cx="158386" cy="12319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682844" y="3773439"/>
            <a:ext cx="28886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600" dirty="0" smtClean="0">
                <a:solidFill>
                  <a:srgbClr val="FF0000"/>
                </a:solidFill>
              </a:rPr>
              <a:t>0</a:t>
            </a:r>
            <a:endParaRPr lang="ru-RU" sz="1600" dirty="0">
              <a:solidFill>
                <a:srgbClr val="FF0000"/>
              </a:solidFill>
            </a:endParaRPr>
          </a:p>
        </p:txBody>
      </p:sp>
      <p:sp>
        <p:nvSpPr>
          <p:cNvPr id="11" name="Прямоугольник 10"/>
          <p:cNvSpPr/>
          <p:nvPr/>
        </p:nvSpPr>
        <p:spPr>
          <a:xfrm>
            <a:off x="895030" y="2169160"/>
            <a:ext cx="1370441" cy="57971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sz="1200" dirty="0" smtClean="0"/>
              <a:t>Записался 0 </a:t>
            </a:r>
            <a:r>
              <a:rPr lang="ru-RU" sz="1200" dirty="0"/>
              <a:t>2</a:t>
            </a:r>
            <a:r>
              <a:rPr lang="ru-RU" sz="1200" dirty="0" smtClean="0"/>
              <a:t>-его разряда кода в первый регистр </a:t>
            </a:r>
            <a:endParaRPr lang="ru-RU" sz="1200" dirty="0"/>
          </a:p>
        </p:txBody>
      </p:sp>
      <p:cxnSp>
        <p:nvCxnSpPr>
          <p:cNvPr id="13" name="Прямая со стрелкой 12"/>
          <p:cNvCxnSpPr>
            <a:stCxn id="11" idx="3"/>
          </p:cNvCxnSpPr>
          <p:nvPr/>
        </p:nvCxnSpPr>
        <p:spPr>
          <a:xfrm flipV="1">
            <a:off x="2265471" y="2387600"/>
            <a:ext cx="1951537" cy="71415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Прямая со стрелкой 16"/>
          <p:cNvCxnSpPr/>
          <p:nvPr/>
        </p:nvCxnSpPr>
        <p:spPr>
          <a:xfrm flipV="1">
            <a:off x="1971706" y="3209406"/>
            <a:ext cx="32972" cy="386271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Прямоугольник 19"/>
          <p:cNvSpPr/>
          <p:nvPr/>
        </p:nvSpPr>
        <p:spPr>
          <a:xfrm>
            <a:off x="4334105" y="2469175"/>
            <a:ext cx="1370441" cy="57971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sz="1200" dirty="0" smtClean="0"/>
              <a:t>Произошел сдвиг 1-ого разряда во 2-ой триггер</a:t>
            </a:r>
            <a:endParaRPr lang="ru-RU" sz="1200" dirty="0"/>
          </a:p>
        </p:txBody>
      </p:sp>
      <p:cxnSp>
        <p:nvCxnSpPr>
          <p:cNvPr id="21" name="Прямая со стрелкой 20"/>
          <p:cNvCxnSpPr/>
          <p:nvPr/>
        </p:nvCxnSpPr>
        <p:spPr>
          <a:xfrm>
            <a:off x="4395065" y="2365240"/>
            <a:ext cx="1050695" cy="5285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5" name="Рисунок 2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20686" y="5005796"/>
            <a:ext cx="2206326" cy="301160"/>
          </a:xfrm>
          <a:prstGeom prst="rect">
            <a:avLst/>
          </a:prstGeom>
        </p:spPr>
      </p:pic>
      <p:sp>
        <p:nvSpPr>
          <p:cNvPr id="27" name="Прямоугольник 26"/>
          <p:cNvSpPr/>
          <p:nvPr/>
        </p:nvSpPr>
        <p:spPr>
          <a:xfrm>
            <a:off x="5025469" y="4746120"/>
            <a:ext cx="1388083" cy="25967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sz="1200" dirty="0" smtClean="0"/>
              <a:t>Перевести ключи</a:t>
            </a:r>
            <a:endParaRPr lang="ru-RU" sz="1200" dirty="0"/>
          </a:p>
        </p:txBody>
      </p:sp>
    </p:spTree>
    <p:extLst>
      <p:ext uri="{BB962C8B-B14F-4D97-AF65-F5344CB8AC3E}">
        <p14:creationId xmlns:p14="http://schemas.microsoft.com/office/powerpoint/2010/main" val="350522794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3636" y="736600"/>
            <a:ext cx="11310132" cy="4457700"/>
          </a:xfrm>
          <a:prstGeom prst="rect">
            <a:avLst/>
          </a:prstGeom>
        </p:spPr>
      </p:pic>
      <p:sp>
        <p:nvSpPr>
          <p:cNvPr id="5" name="Прямоугольник 4"/>
          <p:cNvSpPr/>
          <p:nvPr/>
        </p:nvSpPr>
        <p:spPr>
          <a:xfrm>
            <a:off x="3958669" y="4898520"/>
            <a:ext cx="3127931" cy="29578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sz="1200" dirty="0" smtClean="0"/>
              <a:t>Продолжим подавать код 1001</a:t>
            </a:r>
            <a:endParaRPr lang="ru-RU" sz="1200" dirty="0"/>
          </a:p>
        </p:txBody>
      </p:sp>
      <p:sp>
        <p:nvSpPr>
          <p:cNvPr id="6" name="Прямоугольник 5"/>
          <p:cNvSpPr/>
          <p:nvPr/>
        </p:nvSpPr>
        <p:spPr>
          <a:xfrm>
            <a:off x="4728884" y="5283200"/>
            <a:ext cx="1587500" cy="2794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sz="1200" dirty="0" smtClean="0"/>
              <a:t>Переведем ключи</a:t>
            </a:r>
            <a:endParaRPr lang="ru-RU" sz="1200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7769" y="5651500"/>
            <a:ext cx="2556431" cy="284820"/>
          </a:xfrm>
          <a:prstGeom prst="rect">
            <a:avLst/>
          </a:prstGeom>
        </p:spPr>
      </p:pic>
      <p:sp>
        <p:nvSpPr>
          <p:cNvPr id="8" name="Прямоугольник 7"/>
          <p:cNvSpPr/>
          <p:nvPr/>
        </p:nvSpPr>
        <p:spPr>
          <a:xfrm>
            <a:off x="514030" y="3640667"/>
            <a:ext cx="1370441" cy="57971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sz="1200" dirty="0" smtClean="0"/>
              <a:t>Установим ключ в положение 0</a:t>
            </a:r>
            <a:endParaRPr lang="ru-RU" sz="1200" dirty="0"/>
          </a:p>
        </p:txBody>
      </p:sp>
      <p:cxnSp>
        <p:nvCxnSpPr>
          <p:cNvPr id="9" name="Прямая со стрелкой 8"/>
          <p:cNvCxnSpPr/>
          <p:nvPr/>
        </p:nvCxnSpPr>
        <p:spPr>
          <a:xfrm flipV="1">
            <a:off x="1884471" y="2400300"/>
            <a:ext cx="1951537" cy="71415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Прямая со стрелкой 9"/>
          <p:cNvCxnSpPr/>
          <p:nvPr/>
        </p:nvCxnSpPr>
        <p:spPr>
          <a:xfrm flipH="1" flipV="1">
            <a:off x="1532467" y="3149748"/>
            <a:ext cx="76200" cy="475381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Прямоугольник 14"/>
          <p:cNvSpPr/>
          <p:nvPr/>
        </p:nvSpPr>
        <p:spPr>
          <a:xfrm>
            <a:off x="666430" y="2334260"/>
            <a:ext cx="1370441" cy="57971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sz="1200" dirty="0" smtClean="0"/>
              <a:t>Записался 0 3-его разряда кода в первый регистр </a:t>
            </a:r>
            <a:endParaRPr lang="ru-RU" sz="1200" dirty="0"/>
          </a:p>
        </p:txBody>
      </p:sp>
      <p:sp>
        <p:nvSpPr>
          <p:cNvPr id="20" name="Прямоугольник 19"/>
          <p:cNvSpPr/>
          <p:nvPr/>
        </p:nvSpPr>
        <p:spPr>
          <a:xfrm>
            <a:off x="4152193" y="2454230"/>
            <a:ext cx="1370441" cy="57971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sz="1200" dirty="0" smtClean="0"/>
              <a:t>Произошел сдвиг 2-ого разряда во 2-ой триггер</a:t>
            </a:r>
            <a:endParaRPr lang="ru-RU" sz="1200" dirty="0"/>
          </a:p>
        </p:txBody>
      </p:sp>
      <p:cxnSp>
        <p:nvCxnSpPr>
          <p:cNvPr id="21" name="Прямая со стрелкой 20"/>
          <p:cNvCxnSpPr/>
          <p:nvPr/>
        </p:nvCxnSpPr>
        <p:spPr>
          <a:xfrm flipV="1">
            <a:off x="4152193" y="2221766"/>
            <a:ext cx="1122540" cy="48999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Прямоугольник 23"/>
          <p:cNvSpPr/>
          <p:nvPr/>
        </p:nvSpPr>
        <p:spPr>
          <a:xfrm>
            <a:off x="5631163" y="2471715"/>
            <a:ext cx="1370441" cy="57971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sz="1200" dirty="0" smtClean="0"/>
              <a:t>Произошел сдвиг 1-ого разряда во 3-ой триггер</a:t>
            </a:r>
            <a:endParaRPr lang="ru-RU" sz="1200" dirty="0"/>
          </a:p>
        </p:txBody>
      </p:sp>
      <p:cxnSp>
        <p:nvCxnSpPr>
          <p:cNvPr id="25" name="Прямая со стрелкой 24"/>
          <p:cNvCxnSpPr/>
          <p:nvPr/>
        </p:nvCxnSpPr>
        <p:spPr>
          <a:xfrm flipV="1">
            <a:off x="5507432" y="2207614"/>
            <a:ext cx="1122540" cy="48999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39942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5188" y="1686943"/>
            <a:ext cx="9938703" cy="3554412"/>
          </a:xfrm>
          <a:prstGeom prst="rect">
            <a:avLst/>
          </a:prstGeom>
        </p:spPr>
      </p:pic>
      <p:sp>
        <p:nvSpPr>
          <p:cNvPr id="5" name="Прямоугольник 4"/>
          <p:cNvSpPr/>
          <p:nvPr/>
        </p:nvSpPr>
        <p:spPr>
          <a:xfrm>
            <a:off x="3777515" y="5241355"/>
            <a:ext cx="3127931" cy="29578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sz="1200" dirty="0" smtClean="0"/>
              <a:t>Продолжим подавать код 1001</a:t>
            </a:r>
            <a:endParaRPr lang="ru-RU" sz="1200" dirty="0"/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46059" y="5883771"/>
            <a:ext cx="2354741" cy="372178"/>
          </a:xfrm>
          <a:prstGeom prst="rect">
            <a:avLst/>
          </a:prstGeom>
        </p:spPr>
      </p:pic>
      <p:cxnSp>
        <p:nvCxnSpPr>
          <p:cNvPr id="8" name="Прямая со стрелкой 7"/>
          <p:cNvCxnSpPr/>
          <p:nvPr/>
        </p:nvCxnSpPr>
        <p:spPr>
          <a:xfrm flipH="1" flipV="1">
            <a:off x="1457865" y="4528868"/>
            <a:ext cx="17252" cy="465827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Рисунок 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196" y="4388363"/>
            <a:ext cx="1805010" cy="667255"/>
          </a:xfrm>
          <a:prstGeom prst="rect">
            <a:avLst/>
          </a:prstGeom>
        </p:spPr>
      </p:pic>
      <p:cxnSp>
        <p:nvCxnSpPr>
          <p:cNvPr id="12" name="Прямая со стрелкой 11"/>
          <p:cNvCxnSpPr/>
          <p:nvPr/>
        </p:nvCxnSpPr>
        <p:spPr>
          <a:xfrm flipV="1">
            <a:off x="1551317" y="4092583"/>
            <a:ext cx="96328" cy="436286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Прямоугольник 13"/>
          <p:cNvSpPr/>
          <p:nvPr/>
        </p:nvSpPr>
        <p:spPr>
          <a:xfrm>
            <a:off x="4547730" y="5537135"/>
            <a:ext cx="1587500" cy="2794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sz="1200" dirty="0" smtClean="0"/>
              <a:t>Переведем ключи</a:t>
            </a:r>
            <a:endParaRPr lang="ru-RU" sz="1200" dirty="0"/>
          </a:p>
        </p:txBody>
      </p:sp>
      <p:sp>
        <p:nvSpPr>
          <p:cNvPr id="17" name="Прямоугольник 16"/>
          <p:cNvSpPr/>
          <p:nvPr/>
        </p:nvSpPr>
        <p:spPr>
          <a:xfrm>
            <a:off x="480480" y="2670691"/>
            <a:ext cx="1370441" cy="57971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sz="1200" dirty="0" smtClean="0"/>
              <a:t>Записалась 1 </a:t>
            </a:r>
            <a:r>
              <a:rPr lang="ru-RU" sz="1200" dirty="0"/>
              <a:t>4</a:t>
            </a:r>
            <a:r>
              <a:rPr lang="ru-RU" sz="1200" dirty="0" smtClean="0"/>
              <a:t>-его разряда кода в первый регистр </a:t>
            </a:r>
            <a:endParaRPr lang="ru-RU" sz="1200" dirty="0"/>
          </a:p>
        </p:txBody>
      </p:sp>
      <p:cxnSp>
        <p:nvCxnSpPr>
          <p:cNvPr id="18" name="Прямая со стрелкой 17"/>
          <p:cNvCxnSpPr/>
          <p:nvPr/>
        </p:nvCxnSpPr>
        <p:spPr>
          <a:xfrm>
            <a:off x="1850921" y="2895530"/>
            <a:ext cx="1866877" cy="75952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Прямоугольник 19"/>
          <p:cNvSpPr/>
          <p:nvPr/>
        </p:nvSpPr>
        <p:spPr>
          <a:xfrm>
            <a:off x="6135230" y="3250401"/>
            <a:ext cx="1370441" cy="57971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sz="1200" dirty="0" smtClean="0"/>
              <a:t>Произошел сдвиг 1-ого разряда во 4-ой триггер</a:t>
            </a:r>
            <a:endParaRPr lang="ru-RU" sz="1200" dirty="0"/>
          </a:p>
        </p:txBody>
      </p:sp>
      <p:cxnSp>
        <p:nvCxnSpPr>
          <p:cNvPr id="21" name="Прямая со стрелкой 20"/>
          <p:cNvCxnSpPr/>
          <p:nvPr/>
        </p:nvCxnSpPr>
        <p:spPr>
          <a:xfrm flipV="1">
            <a:off x="6513633" y="2971001"/>
            <a:ext cx="992038" cy="169349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0074346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5188" y="1686943"/>
            <a:ext cx="9938703" cy="3554412"/>
          </a:xfrm>
          <a:prstGeom prst="rect">
            <a:avLst/>
          </a:prstGeom>
        </p:spPr>
      </p:pic>
      <p:cxnSp>
        <p:nvCxnSpPr>
          <p:cNvPr id="21" name="Прямая со стрелкой 20"/>
          <p:cNvCxnSpPr/>
          <p:nvPr/>
        </p:nvCxnSpPr>
        <p:spPr>
          <a:xfrm flipV="1">
            <a:off x="7116792" y="3433159"/>
            <a:ext cx="2718011" cy="2243676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Рисунок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80388" y="5454505"/>
            <a:ext cx="4972050" cy="419100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60837" y="3129493"/>
            <a:ext cx="2760663" cy="607332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43563" y="3547458"/>
            <a:ext cx="729684" cy="110141"/>
          </a:xfrm>
          <a:prstGeom prst="rect">
            <a:avLst/>
          </a:prstGeom>
        </p:spPr>
      </p:pic>
      <p:sp>
        <p:nvSpPr>
          <p:cNvPr id="10" name="Прямоугольник 9"/>
          <p:cNvSpPr/>
          <p:nvPr/>
        </p:nvSpPr>
        <p:spPr>
          <a:xfrm>
            <a:off x="5629067" y="3448639"/>
            <a:ext cx="744180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400" dirty="0" smtClean="0">
                <a:solidFill>
                  <a:srgbClr val="FF0000"/>
                </a:solidFill>
              </a:rPr>
              <a:t>1001</a:t>
            </a:r>
            <a:endParaRPr lang="ru-RU" sz="14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5693379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5165" y="1284052"/>
            <a:ext cx="11186512" cy="4357991"/>
          </a:xfrm>
          <a:prstGeom prst="rect">
            <a:avLst/>
          </a:prstGeom>
        </p:spPr>
      </p:pic>
      <p:pic>
        <p:nvPicPr>
          <p:cNvPr id="5" name="Рисунок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69328" y="2032467"/>
            <a:ext cx="3657600" cy="457200"/>
          </a:xfrm>
          <a:prstGeom prst="rect">
            <a:avLst/>
          </a:prstGeom>
        </p:spPr>
      </p:pic>
      <p:cxnSp>
        <p:nvCxnSpPr>
          <p:cNvPr id="6" name="Прямая со стрелкой 5"/>
          <p:cNvCxnSpPr/>
          <p:nvPr/>
        </p:nvCxnSpPr>
        <p:spPr>
          <a:xfrm flipH="1">
            <a:off x="2426251" y="2261067"/>
            <a:ext cx="1043077" cy="115503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Овал 7"/>
          <p:cNvSpPr/>
          <p:nvPr/>
        </p:nvSpPr>
        <p:spPr>
          <a:xfrm>
            <a:off x="2550864" y="2354181"/>
            <a:ext cx="6516134" cy="501977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692306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658" y="1178184"/>
            <a:ext cx="11866921" cy="4686300"/>
          </a:xfrm>
          <a:prstGeom prst="rect">
            <a:avLst/>
          </a:prstGeom>
        </p:spPr>
      </p:pic>
      <p:sp>
        <p:nvSpPr>
          <p:cNvPr id="5" name="Прямоугольник 4"/>
          <p:cNvSpPr/>
          <p:nvPr/>
        </p:nvSpPr>
        <p:spPr>
          <a:xfrm>
            <a:off x="3326350" y="5272720"/>
            <a:ext cx="4685078" cy="36126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sz="1600" b="1" dirty="0" smtClean="0">
                <a:solidFill>
                  <a:srgbClr val="FF0000"/>
                </a:solidFill>
              </a:rPr>
              <a:t>Регистр готов к записи нового кода</a:t>
            </a:r>
            <a:endParaRPr lang="ru-RU" sz="16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3800553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101</TotalTime>
  <Words>202</Words>
  <Application>Microsoft Office PowerPoint</Application>
  <PresentationFormat>Широкоэкранный</PresentationFormat>
  <Paragraphs>32</Paragraphs>
  <Slides>17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17</vt:i4>
      </vt:variant>
    </vt:vector>
  </HeadingPairs>
  <TitlesOfParts>
    <vt:vector size="21" baseType="lpstr">
      <vt:lpstr>Arial</vt:lpstr>
      <vt:lpstr>Calibri</vt:lpstr>
      <vt:lpstr>Calibri Light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Anastasya</dc:creator>
  <cp:lastModifiedBy>Ирина Шеховцова</cp:lastModifiedBy>
  <cp:revision>25</cp:revision>
  <dcterms:created xsi:type="dcterms:W3CDTF">2021-05-11T23:24:37Z</dcterms:created>
  <dcterms:modified xsi:type="dcterms:W3CDTF">2021-05-12T01:21:37Z</dcterms:modified>
</cp:coreProperties>
</file>