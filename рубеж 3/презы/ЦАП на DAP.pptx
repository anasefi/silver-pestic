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58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240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1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1210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9585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138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237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58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428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072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517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697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9E28C-3C9B-47CC-BCC7-69B5EB7D9F8A}" type="datetimeFigureOut">
              <a:rPr lang="ru-RU" smtClean="0"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DFD1A-3BE2-407F-849F-28FB5EAB7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848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175" y="546157"/>
            <a:ext cx="7392837" cy="5984039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7715156" y="3390360"/>
            <a:ext cx="2015706" cy="92333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dirty="0" smtClean="0"/>
              <a:t>Выберем заземление из вкладки </a:t>
            </a:r>
            <a:r>
              <a:rPr lang="en-US" b="1" dirty="0" smtClean="0">
                <a:solidFill>
                  <a:srgbClr val="FF0000"/>
                </a:solidFill>
              </a:rPr>
              <a:t>Basic</a:t>
            </a:r>
            <a:endParaRPr lang="ru-RU" b="1" dirty="0">
              <a:solidFill>
                <a:srgbClr val="FF0000"/>
              </a:solidFill>
            </a:endParaRPr>
          </a:p>
        </p:txBody>
      </p:sp>
      <p:cxnSp>
        <p:nvCxnSpPr>
          <p:cNvPr id="6" name="Прямая со стрелкой 5"/>
          <p:cNvCxnSpPr/>
          <p:nvPr/>
        </p:nvCxnSpPr>
        <p:spPr>
          <a:xfrm>
            <a:off x="2268747" y="1086928"/>
            <a:ext cx="2035834" cy="347644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1865685" y="1171527"/>
            <a:ext cx="668104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6641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650" y="643861"/>
            <a:ext cx="7112483" cy="577525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6964658" y="3295469"/>
            <a:ext cx="2015706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dirty="0" smtClean="0"/>
              <a:t>Выберем нужные переключатели</a:t>
            </a:r>
          </a:p>
          <a:p>
            <a:pPr algn="ctr"/>
            <a:r>
              <a:rPr lang="ru-RU" dirty="0" smtClean="0"/>
              <a:t>во вкладке</a:t>
            </a:r>
          </a:p>
          <a:p>
            <a:pPr algn="ctr"/>
            <a:r>
              <a:rPr lang="en-US" b="1" dirty="0" smtClean="0">
                <a:solidFill>
                  <a:srgbClr val="FF0000"/>
                </a:solidFill>
              </a:rPr>
              <a:t>Switches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2409413" y="1249164"/>
            <a:ext cx="668104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2743465" y="1249164"/>
            <a:ext cx="334052" cy="21755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24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307" y="434014"/>
            <a:ext cx="7392837" cy="5984039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040967" y="3426033"/>
            <a:ext cx="3188634" cy="92333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dirty="0" smtClean="0"/>
              <a:t>Выберем источник постоянного напряжения и вольтметр из вкладки </a:t>
            </a:r>
            <a:r>
              <a:rPr lang="en-US" b="1" dirty="0" smtClean="0">
                <a:solidFill>
                  <a:srgbClr val="FF0000"/>
                </a:solidFill>
              </a:rPr>
              <a:t>Basic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63307" y="1059383"/>
            <a:ext cx="668104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Прямая со стрелкой 4"/>
          <p:cNvCxnSpPr/>
          <p:nvPr/>
        </p:nvCxnSpPr>
        <p:spPr>
          <a:xfrm>
            <a:off x="3543344" y="921361"/>
            <a:ext cx="2546906" cy="13732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2531411" y="921361"/>
            <a:ext cx="2509556" cy="164068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404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319" y="603114"/>
            <a:ext cx="7449404" cy="589800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215250" y="3552115"/>
            <a:ext cx="3188634" cy="92333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dirty="0" smtClean="0"/>
              <a:t>А также микросхему среды</a:t>
            </a:r>
            <a:r>
              <a:rPr lang="en-US" dirty="0" smtClean="0"/>
              <a:t> </a:t>
            </a:r>
            <a:r>
              <a:rPr lang="ru-RU" dirty="0" smtClean="0"/>
              <a:t>моделирования </a:t>
            </a:r>
            <a:r>
              <a:rPr lang="en-US" dirty="0" smtClean="0"/>
              <a:t>TINA, DAC </a:t>
            </a:r>
            <a:r>
              <a:rPr lang="ru-RU" dirty="0" smtClean="0"/>
              <a:t> из </a:t>
            </a:r>
            <a:r>
              <a:rPr lang="ru-RU" b="1" dirty="0" smtClean="0"/>
              <a:t>вкладки </a:t>
            </a:r>
            <a:r>
              <a:rPr lang="en-US" b="1" dirty="0" smtClean="0">
                <a:solidFill>
                  <a:srgbClr val="FF0000"/>
                </a:solidFill>
              </a:rPr>
              <a:t>AD/DA-555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6878069" y="1215893"/>
            <a:ext cx="918393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Прямая со стрелкой 4"/>
          <p:cNvCxnSpPr/>
          <p:nvPr/>
        </p:nvCxnSpPr>
        <p:spPr>
          <a:xfrm>
            <a:off x="2974173" y="1113866"/>
            <a:ext cx="1116564" cy="136945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6377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1" y="1003923"/>
            <a:ext cx="8827318" cy="5322259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145104" y="792291"/>
            <a:ext cx="7324825" cy="64633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tx1"/>
                </a:solidFill>
              </a:rPr>
              <a:t>Используя данные элементы соберем в среде </a:t>
            </a:r>
            <a:r>
              <a:rPr lang="en-US" b="1" dirty="0" smtClean="0">
                <a:solidFill>
                  <a:srgbClr val="FF0000"/>
                </a:solidFill>
              </a:rPr>
              <a:t>TINA</a:t>
            </a:r>
          </a:p>
          <a:p>
            <a:pPr algn="ctr"/>
            <a:r>
              <a:rPr lang="ru-RU" b="1" dirty="0" smtClean="0">
                <a:solidFill>
                  <a:srgbClr val="FF0000"/>
                </a:solidFill>
              </a:rPr>
              <a:t>Схему ЦАП на</a:t>
            </a:r>
            <a:r>
              <a:rPr lang="en-US" b="1" dirty="0" smtClean="0">
                <a:solidFill>
                  <a:srgbClr val="FF0000"/>
                </a:solidFill>
              </a:rPr>
              <a:t> </a:t>
            </a:r>
            <a:r>
              <a:rPr lang="ru-RU" b="1" dirty="0" smtClean="0">
                <a:solidFill>
                  <a:srgbClr val="FF0000"/>
                </a:solidFill>
              </a:rPr>
              <a:t>микросхеме </a:t>
            </a:r>
            <a:r>
              <a:rPr lang="en-US" b="1" dirty="0" smtClean="0">
                <a:solidFill>
                  <a:srgbClr val="FF0000"/>
                </a:solidFill>
              </a:rPr>
              <a:t>DAC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779060" y="4774523"/>
            <a:ext cx="2611116" cy="64633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 smtClean="0"/>
              <a:t>Пронаблюдаем за работой устройства</a:t>
            </a:r>
          </a:p>
        </p:txBody>
      </p:sp>
      <p:sp>
        <p:nvSpPr>
          <p:cNvPr id="5" name="Стрелка вправо 4"/>
          <p:cNvSpPr/>
          <p:nvPr/>
        </p:nvSpPr>
        <p:spPr>
          <a:xfrm>
            <a:off x="9535978" y="3913123"/>
            <a:ext cx="1097280" cy="6641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600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1039801"/>
            <a:ext cx="11785600" cy="5367949"/>
          </a:xfrm>
          <a:prstGeom prst="rect">
            <a:avLst/>
          </a:prstGeom>
        </p:spPr>
      </p:pic>
      <p:sp>
        <p:nvSpPr>
          <p:cNvPr id="3" name="Овал 2"/>
          <p:cNvSpPr/>
          <p:nvPr/>
        </p:nvSpPr>
        <p:spPr>
          <a:xfrm>
            <a:off x="4488552" y="1039801"/>
            <a:ext cx="918393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" name="Прямая со стрелкой 3"/>
          <p:cNvCxnSpPr/>
          <p:nvPr/>
        </p:nvCxnSpPr>
        <p:spPr>
          <a:xfrm flipH="1" flipV="1">
            <a:off x="5132718" y="1350352"/>
            <a:ext cx="2329301" cy="328514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6953030" y="3549330"/>
            <a:ext cx="1069735" cy="5520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192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639" y="955200"/>
            <a:ext cx="10006184" cy="5153474"/>
          </a:xfrm>
          <a:prstGeom prst="rect">
            <a:avLst/>
          </a:prstGeom>
        </p:spPr>
      </p:pic>
      <p:sp>
        <p:nvSpPr>
          <p:cNvPr id="4" name="Овал 3"/>
          <p:cNvSpPr/>
          <p:nvPr/>
        </p:nvSpPr>
        <p:spPr>
          <a:xfrm>
            <a:off x="7168930" y="3238500"/>
            <a:ext cx="1581370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/>
          <p:cNvCxnSpPr/>
          <p:nvPr/>
        </p:nvCxnSpPr>
        <p:spPr>
          <a:xfrm flipH="1" flipV="1">
            <a:off x="3096884" y="2518913"/>
            <a:ext cx="3312542" cy="28467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2760453" y="2105286"/>
            <a:ext cx="672861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776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11" y="793148"/>
            <a:ext cx="10389352" cy="5398389"/>
          </a:xfrm>
          <a:prstGeom prst="rect">
            <a:avLst/>
          </a:prstGeom>
        </p:spPr>
      </p:pic>
      <p:sp>
        <p:nvSpPr>
          <p:cNvPr id="3" name="Овал 2"/>
          <p:cNvSpPr/>
          <p:nvPr/>
        </p:nvSpPr>
        <p:spPr>
          <a:xfrm>
            <a:off x="7168930" y="3238500"/>
            <a:ext cx="1581370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2895207" y="2374794"/>
            <a:ext cx="672861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Прямая со стрелкой 4"/>
          <p:cNvCxnSpPr/>
          <p:nvPr/>
        </p:nvCxnSpPr>
        <p:spPr>
          <a:xfrm flipH="1" flipV="1">
            <a:off x="3455470" y="2961669"/>
            <a:ext cx="2444816" cy="25054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4195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90" y="826300"/>
            <a:ext cx="10826300" cy="5434570"/>
          </a:xfrm>
          <a:prstGeom prst="rect">
            <a:avLst/>
          </a:prstGeom>
        </p:spPr>
      </p:pic>
      <p:sp>
        <p:nvSpPr>
          <p:cNvPr id="3" name="Овал 2"/>
          <p:cNvSpPr/>
          <p:nvPr/>
        </p:nvSpPr>
        <p:spPr>
          <a:xfrm>
            <a:off x="7168930" y="3238500"/>
            <a:ext cx="1581370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2749331" y="2062614"/>
            <a:ext cx="609887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/>
          <p:cNvSpPr/>
          <p:nvPr/>
        </p:nvSpPr>
        <p:spPr>
          <a:xfrm>
            <a:off x="2681954" y="2486125"/>
            <a:ext cx="677264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927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40" y="746668"/>
            <a:ext cx="11166225" cy="5570538"/>
          </a:xfrm>
          <a:prstGeom prst="rect">
            <a:avLst/>
          </a:prstGeom>
        </p:spPr>
      </p:pic>
      <p:sp>
        <p:nvSpPr>
          <p:cNvPr id="4" name="Овал 3"/>
          <p:cNvSpPr/>
          <p:nvPr/>
        </p:nvSpPr>
        <p:spPr>
          <a:xfrm>
            <a:off x="7168930" y="3238500"/>
            <a:ext cx="1581370" cy="5868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455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4037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011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456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13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939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1585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6583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439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33683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47</Words>
  <Application>Microsoft Office PowerPoint</Application>
  <PresentationFormat>Широкоэкранный</PresentationFormat>
  <Paragraphs>9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Anastasya</dc:creator>
  <cp:lastModifiedBy>Anastasya</cp:lastModifiedBy>
  <cp:revision>15</cp:revision>
  <dcterms:created xsi:type="dcterms:W3CDTF">2021-05-09T14:21:32Z</dcterms:created>
  <dcterms:modified xsi:type="dcterms:W3CDTF">2021-05-11T19:06:44Z</dcterms:modified>
</cp:coreProperties>
</file>